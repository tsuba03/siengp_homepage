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11685588" cy="86645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96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76419" y="1418022"/>
            <a:ext cx="9932750" cy="3016556"/>
          </a:xfrm>
        </p:spPr>
        <p:txBody>
          <a:bodyPr anchor="b"/>
          <a:lstStyle>
            <a:lvl1pPr algn="ctr">
              <a:defRPr sz="758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60699" y="4550908"/>
            <a:ext cx="8764191" cy="2091933"/>
          </a:xfrm>
        </p:spPr>
        <p:txBody>
          <a:bodyPr/>
          <a:lstStyle>
            <a:lvl1pPr marL="0" indent="0" algn="ctr">
              <a:buNone/>
              <a:defRPr sz="3032"/>
            </a:lvl1pPr>
            <a:lvl2pPr marL="577626" indent="0" algn="ctr">
              <a:buNone/>
              <a:defRPr sz="2527"/>
            </a:lvl2pPr>
            <a:lvl3pPr marL="1155253" indent="0" algn="ctr">
              <a:buNone/>
              <a:defRPr sz="2274"/>
            </a:lvl3pPr>
            <a:lvl4pPr marL="1732879" indent="0" algn="ctr">
              <a:buNone/>
              <a:defRPr sz="2021"/>
            </a:lvl4pPr>
            <a:lvl5pPr marL="2310506" indent="0" algn="ctr">
              <a:buNone/>
              <a:defRPr sz="2021"/>
            </a:lvl5pPr>
            <a:lvl6pPr marL="2888132" indent="0" algn="ctr">
              <a:buNone/>
              <a:defRPr sz="2021"/>
            </a:lvl6pPr>
            <a:lvl7pPr marL="3465759" indent="0" algn="ctr">
              <a:buNone/>
              <a:defRPr sz="2021"/>
            </a:lvl7pPr>
            <a:lvl8pPr marL="4043385" indent="0" algn="ctr">
              <a:buNone/>
              <a:defRPr sz="2021"/>
            </a:lvl8pPr>
            <a:lvl9pPr marL="4621012" indent="0" algn="ctr">
              <a:buNone/>
              <a:defRPr sz="2021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D96BB-04BE-47A7-A37E-F93A28770C7D}" type="datetimeFigureOut">
              <a:rPr kumimoji="1" lang="ja-JP" altLang="en-US" smtClean="0"/>
              <a:t>2026/4/5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5FAAB-DB64-4F58-895C-CA58F032C6F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51943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D96BB-04BE-47A7-A37E-F93A28770C7D}" type="datetimeFigureOut">
              <a:rPr kumimoji="1" lang="ja-JP" altLang="en-US" smtClean="0"/>
              <a:t>2026/4/5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5FAAB-DB64-4F58-895C-CA58F032C6F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630390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7298" y="2160129"/>
            <a:ext cx="10078820" cy="3604222"/>
          </a:xfrm>
        </p:spPr>
        <p:txBody>
          <a:bodyPr anchor="b"/>
          <a:lstStyle>
            <a:lvl1pPr>
              <a:defRPr sz="758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7298" y="5798449"/>
            <a:ext cx="10078820" cy="1895375"/>
          </a:xfrm>
        </p:spPr>
        <p:txBody>
          <a:bodyPr/>
          <a:lstStyle>
            <a:lvl1pPr marL="0" indent="0">
              <a:buNone/>
              <a:defRPr sz="3032">
                <a:solidFill>
                  <a:schemeClr val="tx1">
                    <a:tint val="82000"/>
                  </a:schemeClr>
                </a:solidFill>
              </a:defRPr>
            </a:lvl1pPr>
            <a:lvl2pPr marL="577626" indent="0">
              <a:buNone/>
              <a:defRPr sz="2527">
                <a:solidFill>
                  <a:schemeClr val="tx1">
                    <a:tint val="82000"/>
                  </a:schemeClr>
                </a:solidFill>
              </a:defRPr>
            </a:lvl2pPr>
            <a:lvl3pPr marL="1155253" indent="0">
              <a:buNone/>
              <a:defRPr sz="2274">
                <a:solidFill>
                  <a:schemeClr val="tx1">
                    <a:tint val="82000"/>
                  </a:schemeClr>
                </a:solidFill>
              </a:defRPr>
            </a:lvl3pPr>
            <a:lvl4pPr marL="1732879" indent="0">
              <a:buNone/>
              <a:defRPr sz="2021">
                <a:solidFill>
                  <a:schemeClr val="tx1">
                    <a:tint val="82000"/>
                  </a:schemeClr>
                </a:solidFill>
              </a:defRPr>
            </a:lvl4pPr>
            <a:lvl5pPr marL="2310506" indent="0">
              <a:buNone/>
              <a:defRPr sz="2021">
                <a:solidFill>
                  <a:schemeClr val="tx1">
                    <a:tint val="82000"/>
                  </a:schemeClr>
                </a:solidFill>
              </a:defRPr>
            </a:lvl5pPr>
            <a:lvl6pPr marL="2888132" indent="0">
              <a:buNone/>
              <a:defRPr sz="2021">
                <a:solidFill>
                  <a:schemeClr val="tx1">
                    <a:tint val="82000"/>
                  </a:schemeClr>
                </a:solidFill>
              </a:defRPr>
            </a:lvl6pPr>
            <a:lvl7pPr marL="3465759" indent="0">
              <a:buNone/>
              <a:defRPr sz="2021">
                <a:solidFill>
                  <a:schemeClr val="tx1">
                    <a:tint val="82000"/>
                  </a:schemeClr>
                </a:solidFill>
              </a:defRPr>
            </a:lvl7pPr>
            <a:lvl8pPr marL="4043385" indent="0">
              <a:buNone/>
              <a:defRPr sz="2021">
                <a:solidFill>
                  <a:schemeClr val="tx1">
                    <a:tint val="82000"/>
                  </a:schemeClr>
                </a:solidFill>
              </a:defRPr>
            </a:lvl8pPr>
            <a:lvl9pPr marL="4621012" indent="0">
              <a:buNone/>
              <a:defRPr sz="2021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D96BB-04BE-47A7-A37E-F93A28770C7D}" type="datetimeFigureOut">
              <a:rPr kumimoji="1" lang="ja-JP" altLang="en-US" smtClean="0"/>
              <a:t>2026/4/5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5FAAB-DB64-4F58-895C-CA58F032C6F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5516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3384" y="2306542"/>
            <a:ext cx="4966375" cy="549759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15829" y="2306542"/>
            <a:ext cx="4966375" cy="549759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D96BB-04BE-47A7-A37E-F93A28770C7D}" type="datetimeFigureOut">
              <a:rPr kumimoji="1" lang="ja-JP" altLang="en-US" smtClean="0"/>
              <a:t>2026/4/5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5FAAB-DB64-4F58-895C-CA58F032C6F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57866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906" y="461310"/>
            <a:ext cx="10078820" cy="1674751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4907" y="2124025"/>
            <a:ext cx="4943551" cy="1040952"/>
          </a:xfrm>
        </p:spPr>
        <p:txBody>
          <a:bodyPr anchor="b"/>
          <a:lstStyle>
            <a:lvl1pPr marL="0" indent="0">
              <a:buNone/>
              <a:defRPr sz="3032" b="1"/>
            </a:lvl1pPr>
            <a:lvl2pPr marL="577626" indent="0">
              <a:buNone/>
              <a:defRPr sz="2527" b="1"/>
            </a:lvl2pPr>
            <a:lvl3pPr marL="1155253" indent="0">
              <a:buNone/>
              <a:defRPr sz="2274" b="1"/>
            </a:lvl3pPr>
            <a:lvl4pPr marL="1732879" indent="0">
              <a:buNone/>
              <a:defRPr sz="2021" b="1"/>
            </a:lvl4pPr>
            <a:lvl5pPr marL="2310506" indent="0">
              <a:buNone/>
              <a:defRPr sz="2021" b="1"/>
            </a:lvl5pPr>
            <a:lvl6pPr marL="2888132" indent="0">
              <a:buNone/>
              <a:defRPr sz="2021" b="1"/>
            </a:lvl6pPr>
            <a:lvl7pPr marL="3465759" indent="0">
              <a:buNone/>
              <a:defRPr sz="2021" b="1"/>
            </a:lvl7pPr>
            <a:lvl8pPr marL="4043385" indent="0">
              <a:buNone/>
              <a:defRPr sz="2021" b="1"/>
            </a:lvl8pPr>
            <a:lvl9pPr marL="4621012" indent="0">
              <a:buNone/>
              <a:defRPr sz="2021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04907" y="3164977"/>
            <a:ext cx="4943551" cy="465520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15830" y="2124025"/>
            <a:ext cx="4967897" cy="1040952"/>
          </a:xfrm>
        </p:spPr>
        <p:txBody>
          <a:bodyPr anchor="b"/>
          <a:lstStyle>
            <a:lvl1pPr marL="0" indent="0">
              <a:buNone/>
              <a:defRPr sz="3032" b="1"/>
            </a:lvl1pPr>
            <a:lvl2pPr marL="577626" indent="0">
              <a:buNone/>
              <a:defRPr sz="2527" b="1"/>
            </a:lvl2pPr>
            <a:lvl3pPr marL="1155253" indent="0">
              <a:buNone/>
              <a:defRPr sz="2274" b="1"/>
            </a:lvl3pPr>
            <a:lvl4pPr marL="1732879" indent="0">
              <a:buNone/>
              <a:defRPr sz="2021" b="1"/>
            </a:lvl4pPr>
            <a:lvl5pPr marL="2310506" indent="0">
              <a:buNone/>
              <a:defRPr sz="2021" b="1"/>
            </a:lvl5pPr>
            <a:lvl6pPr marL="2888132" indent="0">
              <a:buNone/>
              <a:defRPr sz="2021" b="1"/>
            </a:lvl6pPr>
            <a:lvl7pPr marL="3465759" indent="0">
              <a:buNone/>
              <a:defRPr sz="2021" b="1"/>
            </a:lvl7pPr>
            <a:lvl8pPr marL="4043385" indent="0">
              <a:buNone/>
              <a:defRPr sz="2021" b="1"/>
            </a:lvl8pPr>
            <a:lvl9pPr marL="4621012" indent="0">
              <a:buNone/>
              <a:defRPr sz="2021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15830" y="3164977"/>
            <a:ext cx="4967897" cy="465520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D96BB-04BE-47A7-A37E-F93A28770C7D}" type="datetimeFigureOut">
              <a:rPr kumimoji="1" lang="ja-JP" altLang="en-US" smtClean="0"/>
              <a:t>2026/4/5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5FAAB-DB64-4F58-895C-CA58F032C6F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974677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D96BB-04BE-47A7-A37E-F93A28770C7D}" type="datetimeFigureOut">
              <a:rPr kumimoji="1" lang="ja-JP" altLang="en-US" smtClean="0"/>
              <a:t>2026/4/5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5FAAB-DB64-4F58-895C-CA58F032C6F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27482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D96BB-04BE-47A7-A37E-F93A28770C7D}" type="datetimeFigureOut">
              <a:rPr kumimoji="1" lang="ja-JP" altLang="en-US" smtClean="0"/>
              <a:t>2026/4/5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5FAAB-DB64-4F58-895C-CA58F032C6F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97809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906" y="577638"/>
            <a:ext cx="3768906" cy="2021734"/>
          </a:xfrm>
        </p:spPr>
        <p:txBody>
          <a:bodyPr anchor="b"/>
          <a:lstStyle>
            <a:lvl1pPr>
              <a:defRPr sz="4043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67897" y="1247540"/>
            <a:ext cx="5915829" cy="6157464"/>
          </a:xfrm>
        </p:spPr>
        <p:txBody>
          <a:bodyPr/>
          <a:lstStyle>
            <a:lvl1pPr>
              <a:defRPr sz="4043"/>
            </a:lvl1pPr>
            <a:lvl2pPr>
              <a:defRPr sz="3538"/>
            </a:lvl2pPr>
            <a:lvl3pPr>
              <a:defRPr sz="3032"/>
            </a:lvl3pPr>
            <a:lvl4pPr>
              <a:defRPr sz="2527"/>
            </a:lvl4pPr>
            <a:lvl5pPr>
              <a:defRPr sz="2527"/>
            </a:lvl5pPr>
            <a:lvl6pPr>
              <a:defRPr sz="2527"/>
            </a:lvl6pPr>
            <a:lvl7pPr>
              <a:defRPr sz="2527"/>
            </a:lvl7pPr>
            <a:lvl8pPr>
              <a:defRPr sz="2527"/>
            </a:lvl8pPr>
            <a:lvl9pPr>
              <a:defRPr sz="2527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04906" y="2599373"/>
            <a:ext cx="3768906" cy="4815659"/>
          </a:xfrm>
        </p:spPr>
        <p:txBody>
          <a:bodyPr/>
          <a:lstStyle>
            <a:lvl1pPr marL="0" indent="0">
              <a:buNone/>
              <a:defRPr sz="2021"/>
            </a:lvl1pPr>
            <a:lvl2pPr marL="577626" indent="0">
              <a:buNone/>
              <a:defRPr sz="1769"/>
            </a:lvl2pPr>
            <a:lvl3pPr marL="1155253" indent="0">
              <a:buNone/>
              <a:defRPr sz="1516"/>
            </a:lvl3pPr>
            <a:lvl4pPr marL="1732879" indent="0">
              <a:buNone/>
              <a:defRPr sz="1263"/>
            </a:lvl4pPr>
            <a:lvl5pPr marL="2310506" indent="0">
              <a:buNone/>
              <a:defRPr sz="1263"/>
            </a:lvl5pPr>
            <a:lvl6pPr marL="2888132" indent="0">
              <a:buNone/>
              <a:defRPr sz="1263"/>
            </a:lvl6pPr>
            <a:lvl7pPr marL="3465759" indent="0">
              <a:buNone/>
              <a:defRPr sz="1263"/>
            </a:lvl7pPr>
            <a:lvl8pPr marL="4043385" indent="0">
              <a:buNone/>
              <a:defRPr sz="1263"/>
            </a:lvl8pPr>
            <a:lvl9pPr marL="4621012" indent="0">
              <a:buNone/>
              <a:defRPr sz="1263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D96BB-04BE-47A7-A37E-F93A28770C7D}" type="datetimeFigureOut">
              <a:rPr kumimoji="1" lang="ja-JP" altLang="en-US" smtClean="0"/>
              <a:t>2026/4/5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5FAAB-DB64-4F58-895C-CA58F032C6F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46845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906" y="577638"/>
            <a:ext cx="3768906" cy="2021734"/>
          </a:xfrm>
        </p:spPr>
        <p:txBody>
          <a:bodyPr anchor="b"/>
          <a:lstStyle>
            <a:lvl1pPr>
              <a:defRPr sz="4043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67897" y="1247540"/>
            <a:ext cx="5915829" cy="6157464"/>
          </a:xfrm>
        </p:spPr>
        <p:txBody>
          <a:bodyPr anchor="t"/>
          <a:lstStyle>
            <a:lvl1pPr marL="0" indent="0">
              <a:buNone/>
              <a:defRPr sz="4043"/>
            </a:lvl1pPr>
            <a:lvl2pPr marL="577626" indent="0">
              <a:buNone/>
              <a:defRPr sz="3538"/>
            </a:lvl2pPr>
            <a:lvl3pPr marL="1155253" indent="0">
              <a:buNone/>
              <a:defRPr sz="3032"/>
            </a:lvl3pPr>
            <a:lvl4pPr marL="1732879" indent="0">
              <a:buNone/>
              <a:defRPr sz="2527"/>
            </a:lvl4pPr>
            <a:lvl5pPr marL="2310506" indent="0">
              <a:buNone/>
              <a:defRPr sz="2527"/>
            </a:lvl5pPr>
            <a:lvl6pPr marL="2888132" indent="0">
              <a:buNone/>
              <a:defRPr sz="2527"/>
            </a:lvl6pPr>
            <a:lvl7pPr marL="3465759" indent="0">
              <a:buNone/>
              <a:defRPr sz="2527"/>
            </a:lvl7pPr>
            <a:lvl8pPr marL="4043385" indent="0">
              <a:buNone/>
              <a:defRPr sz="2527"/>
            </a:lvl8pPr>
            <a:lvl9pPr marL="4621012" indent="0">
              <a:buNone/>
              <a:defRPr sz="2527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04906" y="2599373"/>
            <a:ext cx="3768906" cy="4815659"/>
          </a:xfrm>
        </p:spPr>
        <p:txBody>
          <a:bodyPr/>
          <a:lstStyle>
            <a:lvl1pPr marL="0" indent="0">
              <a:buNone/>
              <a:defRPr sz="2021"/>
            </a:lvl1pPr>
            <a:lvl2pPr marL="577626" indent="0">
              <a:buNone/>
              <a:defRPr sz="1769"/>
            </a:lvl2pPr>
            <a:lvl3pPr marL="1155253" indent="0">
              <a:buNone/>
              <a:defRPr sz="1516"/>
            </a:lvl3pPr>
            <a:lvl4pPr marL="1732879" indent="0">
              <a:buNone/>
              <a:defRPr sz="1263"/>
            </a:lvl4pPr>
            <a:lvl5pPr marL="2310506" indent="0">
              <a:buNone/>
              <a:defRPr sz="1263"/>
            </a:lvl5pPr>
            <a:lvl6pPr marL="2888132" indent="0">
              <a:buNone/>
              <a:defRPr sz="1263"/>
            </a:lvl6pPr>
            <a:lvl7pPr marL="3465759" indent="0">
              <a:buNone/>
              <a:defRPr sz="1263"/>
            </a:lvl7pPr>
            <a:lvl8pPr marL="4043385" indent="0">
              <a:buNone/>
              <a:defRPr sz="1263"/>
            </a:lvl8pPr>
            <a:lvl9pPr marL="4621012" indent="0">
              <a:buNone/>
              <a:defRPr sz="1263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D96BB-04BE-47A7-A37E-F93A28770C7D}" type="datetimeFigureOut">
              <a:rPr kumimoji="1" lang="ja-JP" altLang="en-US" smtClean="0"/>
              <a:t>2026/4/5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5FAAB-DB64-4F58-895C-CA58F032C6F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75166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D96BB-04BE-47A7-A37E-F93A28770C7D}" type="datetimeFigureOut">
              <a:rPr kumimoji="1" lang="ja-JP" altLang="en-US" smtClean="0"/>
              <a:t>2026/4/5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5FAAB-DB64-4F58-895C-CA58F032C6F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31548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62500" y="461308"/>
            <a:ext cx="2519705" cy="7342827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3385" y="461308"/>
            <a:ext cx="7413045" cy="7342827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D96BB-04BE-47A7-A37E-F93A28770C7D}" type="datetimeFigureOut">
              <a:rPr kumimoji="1" lang="ja-JP" altLang="en-US" smtClean="0"/>
              <a:t>2026/4/5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5FAAB-DB64-4F58-895C-CA58F032C6F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42323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03384" y="461310"/>
            <a:ext cx="10078820" cy="16747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3384" y="2306542"/>
            <a:ext cx="10078820" cy="54975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3384" y="8030779"/>
            <a:ext cx="2629257" cy="4613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1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4D96BB-04BE-47A7-A37E-F93A28770C7D}" type="datetimeFigureOut">
              <a:rPr kumimoji="1" lang="ja-JP" altLang="en-US" smtClean="0"/>
              <a:t>2026/4/5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70851" y="8030779"/>
            <a:ext cx="3943886" cy="4613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1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52947" y="8030779"/>
            <a:ext cx="2629257" cy="4613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1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45FAAB-DB64-4F58-895C-CA58F032C6F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02714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155253" rtl="0" eaLnBrk="1" latinLnBrk="0" hangingPunct="1">
        <a:lnSpc>
          <a:spcPct val="90000"/>
        </a:lnSpc>
        <a:spcBef>
          <a:spcPct val="0"/>
        </a:spcBef>
        <a:buNone/>
        <a:defRPr kumimoji="1" sz="555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8813" indent="-288813" algn="l" defTabSz="1155253" rtl="0" eaLnBrk="1" latinLnBrk="0" hangingPunct="1">
        <a:lnSpc>
          <a:spcPct val="90000"/>
        </a:lnSpc>
        <a:spcBef>
          <a:spcPts val="1263"/>
        </a:spcBef>
        <a:buFont typeface="Arial" panose="020B0604020202020204" pitchFamily="34" charset="0"/>
        <a:buChar char="•"/>
        <a:defRPr kumimoji="1" sz="3538" kern="1200">
          <a:solidFill>
            <a:schemeClr val="tx1"/>
          </a:solidFill>
          <a:latin typeface="+mn-lt"/>
          <a:ea typeface="+mn-ea"/>
          <a:cs typeface="+mn-cs"/>
        </a:defRPr>
      </a:lvl1pPr>
      <a:lvl2pPr marL="866440" indent="-288813" algn="l" defTabSz="1155253" rtl="0" eaLnBrk="1" latinLnBrk="0" hangingPunct="1">
        <a:lnSpc>
          <a:spcPct val="90000"/>
        </a:lnSpc>
        <a:spcBef>
          <a:spcPts val="632"/>
        </a:spcBef>
        <a:buFont typeface="Arial" panose="020B0604020202020204" pitchFamily="34" charset="0"/>
        <a:buChar char="•"/>
        <a:defRPr kumimoji="1" sz="3032" kern="1200">
          <a:solidFill>
            <a:schemeClr val="tx1"/>
          </a:solidFill>
          <a:latin typeface="+mn-lt"/>
          <a:ea typeface="+mn-ea"/>
          <a:cs typeface="+mn-cs"/>
        </a:defRPr>
      </a:lvl2pPr>
      <a:lvl3pPr marL="1444066" indent="-288813" algn="l" defTabSz="1155253" rtl="0" eaLnBrk="1" latinLnBrk="0" hangingPunct="1">
        <a:lnSpc>
          <a:spcPct val="90000"/>
        </a:lnSpc>
        <a:spcBef>
          <a:spcPts val="632"/>
        </a:spcBef>
        <a:buFont typeface="Arial" panose="020B0604020202020204" pitchFamily="34" charset="0"/>
        <a:buChar char="•"/>
        <a:defRPr kumimoji="1" sz="2527" kern="1200">
          <a:solidFill>
            <a:schemeClr val="tx1"/>
          </a:solidFill>
          <a:latin typeface="+mn-lt"/>
          <a:ea typeface="+mn-ea"/>
          <a:cs typeface="+mn-cs"/>
        </a:defRPr>
      </a:lvl3pPr>
      <a:lvl4pPr marL="2021693" indent="-288813" algn="l" defTabSz="1155253" rtl="0" eaLnBrk="1" latinLnBrk="0" hangingPunct="1">
        <a:lnSpc>
          <a:spcPct val="90000"/>
        </a:lnSpc>
        <a:spcBef>
          <a:spcPts val="632"/>
        </a:spcBef>
        <a:buFont typeface="Arial" panose="020B0604020202020204" pitchFamily="34" charset="0"/>
        <a:buChar char="•"/>
        <a:defRPr kumimoji="1" sz="2274" kern="1200">
          <a:solidFill>
            <a:schemeClr val="tx1"/>
          </a:solidFill>
          <a:latin typeface="+mn-lt"/>
          <a:ea typeface="+mn-ea"/>
          <a:cs typeface="+mn-cs"/>
        </a:defRPr>
      </a:lvl4pPr>
      <a:lvl5pPr marL="2599319" indent="-288813" algn="l" defTabSz="1155253" rtl="0" eaLnBrk="1" latinLnBrk="0" hangingPunct="1">
        <a:lnSpc>
          <a:spcPct val="90000"/>
        </a:lnSpc>
        <a:spcBef>
          <a:spcPts val="632"/>
        </a:spcBef>
        <a:buFont typeface="Arial" panose="020B0604020202020204" pitchFamily="34" charset="0"/>
        <a:buChar char="•"/>
        <a:defRPr kumimoji="1" sz="2274" kern="1200">
          <a:solidFill>
            <a:schemeClr val="tx1"/>
          </a:solidFill>
          <a:latin typeface="+mn-lt"/>
          <a:ea typeface="+mn-ea"/>
          <a:cs typeface="+mn-cs"/>
        </a:defRPr>
      </a:lvl5pPr>
      <a:lvl6pPr marL="3176946" indent="-288813" algn="l" defTabSz="1155253" rtl="0" eaLnBrk="1" latinLnBrk="0" hangingPunct="1">
        <a:lnSpc>
          <a:spcPct val="90000"/>
        </a:lnSpc>
        <a:spcBef>
          <a:spcPts val="632"/>
        </a:spcBef>
        <a:buFont typeface="Arial" panose="020B0604020202020204" pitchFamily="34" charset="0"/>
        <a:buChar char="•"/>
        <a:defRPr kumimoji="1" sz="2274" kern="1200">
          <a:solidFill>
            <a:schemeClr val="tx1"/>
          </a:solidFill>
          <a:latin typeface="+mn-lt"/>
          <a:ea typeface="+mn-ea"/>
          <a:cs typeface="+mn-cs"/>
        </a:defRPr>
      </a:lvl6pPr>
      <a:lvl7pPr marL="3754572" indent="-288813" algn="l" defTabSz="1155253" rtl="0" eaLnBrk="1" latinLnBrk="0" hangingPunct="1">
        <a:lnSpc>
          <a:spcPct val="90000"/>
        </a:lnSpc>
        <a:spcBef>
          <a:spcPts val="632"/>
        </a:spcBef>
        <a:buFont typeface="Arial" panose="020B0604020202020204" pitchFamily="34" charset="0"/>
        <a:buChar char="•"/>
        <a:defRPr kumimoji="1" sz="2274" kern="1200">
          <a:solidFill>
            <a:schemeClr val="tx1"/>
          </a:solidFill>
          <a:latin typeface="+mn-lt"/>
          <a:ea typeface="+mn-ea"/>
          <a:cs typeface="+mn-cs"/>
        </a:defRPr>
      </a:lvl7pPr>
      <a:lvl8pPr marL="4332199" indent="-288813" algn="l" defTabSz="1155253" rtl="0" eaLnBrk="1" latinLnBrk="0" hangingPunct="1">
        <a:lnSpc>
          <a:spcPct val="90000"/>
        </a:lnSpc>
        <a:spcBef>
          <a:spcPts val="632"/>
        </a:spcBef>
        <a:buFont typeface="Arial" panose="020B0604020202020204" pitchFamily="34" charset="0"/>
        <a:buChar char="•"/>
        <a:defRPr kumimoji="1" sz="2274" kern="1200">
          <a:solidFill>
            <a:schemeClr val="tx1"/>
          </a:solidFill>
          <a:latin typeface="+mn-lt"/>
          <a:ea typeface="+mn-ea"/>
          <a:cs typeface="+mn-cs"/>
        </a:defRPr>
      </a:lvl8pPr>
      <a:lvl9pPr marL="4909825" indent="-288813" algn="l" defTabSz="1155253" rtl="0" eaLnBrk="1" latinLnBrk="0" hangingPunct="1">
        <a:lnSpc>
          <a:spcPct val="90000"/>
        </a:lnSpc>
        <a:spcBef>
          <a:spcPts val="632"/>
        </a:spcBef>
        <a:buFont typeface="Arial" panose="020B0604020202020204" pitchFamily="34" charset="0"/>
        <a:buChar char="•"/>
        <a:defRPr kumimoji="1" sz="227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55253" rtl="0" eaLnBrk="1" latinLnBrk="0" hangingPunct="1">
        <a:defRPr kumimoji="1" sz="2274" kern="1200">
          <a:solidFill>
            <a:schemeClr val="tx1"/>
          </a:solidFill>
          <a:latin typeface="+mn-lt"/>
          <a:ea typeface="+mn-ea"/>
          <a:cs typeface="+mn-cs"/>
        </a:defRPr>
      </a:lvl1pPr>
      <a:lvl2pPr marL="577626" algn="l" defTabSz="1155253" rtl="0" eaLnBrk="1" latinLnBrk="0" hangingPunct="1">
        <a:defRPr kumimoji="1" sz="2274" kern="1200">
          <a:solidFill>
            <a:schemeClr val="tx1"/>
          </a:solidFill>
          <a:latin typeface="+mn-lt"/>
          <a:ea typeface="+mn-ea"/>
          <a:cs typeface="+mn-cs"/>
        </a:defRPr>
      </a:lvl2pPr>
      <a:lvl3pPr marL="1155253" algn="l" defTabSz="1155253" rtl="0" eaLnBrk="1" latinLnBrk="0" hangingPunct="1">
        <a:defRPr kumimoji="1" sz="2274" kern="1200">
          <a:solidFill>
            <a:schemeClr val="tx1"/>
          </a:solidFill>
          <a:latin typeface="+mn-lt"/>
          <a:ea typeface="+mn-ea"/>
          <a:cs typeface="+mn-cs"/>
        </a:defRPr>
      </a:lvl3pPr>
      <a:lvl4pPr marL="1732879" algn="l" defTabSz="1155253" rtl="0" eaLnBrk="1" latinLnBrk="0" hangingPunct="1">
        <a:defRPr kumimoji="1" sz="2274" kern="1200">
          <a:solidFill>
            <a:schemeClr val="tx1"/>
          </a:solidFill>
          <a:latin typeface="+mn-lt"/>
          <a:ea typeface="+mn-ea"/>
          <a:cs typeface="+mn-cs"/>
        </a:defRPr>
      </a:lvl4pPr>
      <a:lvl5pPr marL="2310506" algn="l" defTabSz="1155253" rtl="0" eaLnBrk="1" latinLnBrk="0" hangingPunct="1">
        <a:defRPr kumimoji="1" sz="2274" kern="1200">
          <a:solidFill>
            <a:schemeClr val="tx1"/>
          </a:solidFill>
          <a:latin typeface="+mn-lt"/>
          <a:ea typeface="+mn-ea"/>
          <a:cs typeface="+mn-cs"/>
        </a:defRPr>
      </a:lvl5pPr>
      <a:lvl6pPr marL="2888132" algn="l" defTabSz="1155253" rtl="0" eaLnBrk="1" latinLnBrk="0" hangingPunct="1">
        <a:defRPr kumimoji="1" sz="2274" kern="1200">
          <a:solidFill>
            <a:schemeClr val="tx1"/>
          </a:solidFill>
          <a:latin typeface="+mn-lt"/>
          <a:ea typeface="+mn-ea"/>
          <a:cs typeface="+mn-cs"/>
        </a:defRPr>
      </a:lvl6pPr>
      <a:lvl7pPr marL="3465759" algn="l" defTabSz="1155253" rtl="0" eaLnBrk="1" latinLnBrk="0" hangingPunct="1">
        <a:defRPr kumimoji="1" sz="2274" kern="1200">
          <a:solidFill>
            <a:schemeClr val="tx1"/>
          </a:solidFill>
          <a:latin typeface="+mn-lt"/>
          <a:ea typeface="+mn-ea"/>
          <a:cs typeface="+mn-cs"/>
        </a:defRPr>
      </a:lvl7pPr>
      <a:lvl8pPr marL="4043385" algn="l" defTabSz="1155253" rtl="0" eaLnBrk="1" latinLnBrk="0" hangingPunct="1">
        <a:defRPr kumimoji="1" sz="2274" kern="1200">
          <a:solidFill>
            <a:schemeClr val="tx1"/>
          </a:solidFill>
          <a:latin typeface="+mn-lt"/>
          <a:ea typeface="+mn-ea"/>
          <a:cs typeface="+mn-cs"/>
        </a:defRPr>
      </a:lvl8pPr>
      <a:lvl9pPr marL="4621012" algn="l" defTabSz="1155253" rtl="0" eaLnBrk="1" latinLnBrk="0" hangingPunct="1">
        <a:defRPr kumimoji="1" sz="227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672A190-062A-98CC-929B-7A16E9D3B459}"/>
              </a:ext>
            </a:extLst>
          </p:cNvPr>
          <p:cNvSpPr txBox="1"/>
          <p:nvPr/>
        </p:nvSpPr>
        <p:spPr>
          <a:xfrm>
            <a:off x="2362199" y="2754085"/>
            <a:ext cx="7554686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8000" dirty="0"/>
              <a:t>新テンプレート</a:t>
            </a:r>
            <a:endParaRPr kumimoji="1" lang="en-US" altLang="ja-JP" sz="8000" dirty="0"/>
          </a:p>
          <a:p>
            <a:r>
              <a:rPr kumimoji="1" lang="en-US" altLang="ja-JP" sz="6600" dirty="0"/>
              <a:t>1227×910pixel</a:t>
            </a:r>
          </a:p>
          <a:p>
            <a:r>
              <a:rPr kumimoji="1" lang="en-US" altLang="ja-JP" sz="4000" dirty="0"/>
              <a:t>※</a:t>
            </a:r>
            <a:r>
              <a:rPr kumimoji="1" lang="ja-JP" altLang="en-US" sz="4000" dirty="0"/>
              <a:t>これと同じ大きさで画像を</a:t>
            </a:r>
            <a:endParaRPr kumimoji="1" lang="en-US" altLang="ja-JP" sz="4000" dirty="0"/>
          </a:p>
          <a:p>
            <a:r>
              <a:rPr kumimoji="1" lang="ja-JP" altLang="en-US" sz="4000" dirty="0"/>
              <a:t>　作成してください。</a:t>
            </a:r>
            <a:endParaRPr kumimoji="1" lang="en-US" altLang="ja-JP" sz="4000" dirty="0"/>
          </a:p>
          <a:p>
            <a:endParaRPr kumimoji="1" lang="ja-JP" altLang="en-US" sz="6600" dirty="0"/>
          </a:p>
        </p:txBody>
      </p:sp>
    </p:spTree>
    <p:extLst>
      <p:ext uri="{BB962C8B-B14F-4D97-AF65-F5344CB8AC3E}">
        <p14:creationId xmlns:p14="http://schemas.microsoft.com/office/powerpoint/2010/main" val="12795111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38</TotalTime>
  <Words>15</Words>
  <Application>Microsoft Office PowerPoint</Application>
  <PresentationFormat>ユーザー設定</PresentationFormat>
  <Paragraphs>4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下段 幸子 / Sachiko Shimodan</dc:creator>
  <cp:lastModifiedBy>下段 幸子 / Sachiko Shimodan</cp:lastModifiedBy>
  <cp:revision>4</cp:revision>
  <dcterms:created xsi:type="dcterms:W3CDTF">2026-04-03T02:39:39Z</dcterms:created>
  <dcterms:modified xsi:type="dcterms:W3CDTF">2026-04-04T23:24:25Z</dcterms:modified>
</cp:coreProperties>
</file>